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1 Title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5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ЭНЕРГОТЕХНОХАБ ПЕТЕРБУРГ  ·  НАПРАВЛЕНИЕ 02  ·  ПРИЁМ ДО 25.09.2026  ·  P6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Воспроизводимое ядро планирования работ ТОиР: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отдельно, проверка отдельно.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3108960"/>
            <a:ext cx="2697480" cy="105156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493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0.1.8 V1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3108960"/>
            <a:ext cx="2697480" cy="105156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зрелость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3493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 по ISO 16290: лабораторные фикстуры, не пилот на предприятии  V3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108960"/>
            <a:ext cx="2697480" cy="105156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3493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only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06840" y="3108960"/>
            <a:ext cx="2697480" cy="105156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0" y="3493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MIT, закрытого ядра нет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43891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партнёр Россети. Не планировщик смен. Не аттестация ГОСТ Р 58048 и 187-ФЗ.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этап — shadow-пилот с владельцем процесса, не акт внедрения в декабре.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github.com/KonkovDV/SynAPS-GridPlan  ·  docs/CLAIMS_REGISTRY.md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2 Thesis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ТЕЗИС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просим оценить — и чего не обещаем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14173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индустриальным заказчиком за один следующий этап формализуем реальные ограничения площадки и проведём измеримый shadow-пилот. ИИ, если появится, только переводит текст в JSON; жёсткие правила меняет человек, график публикует человек.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611880" cy="338328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в git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JSON-постановка → GREED/FIFO/CP-SAT → независимый checker. Fail-closed. Синтетический макет 55 работ.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51960" y="2743200"/>
            <a:ext cx="3611880" cy="338328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валидация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342900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процесс ТОиР заказчика: владелец, данные, цена ошибки, baseline. Не переносить макет «РЭС» на нефтегаз без интервью.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743200"/>
            <a:ext cx="3611880" cy="338328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отправлять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342900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Dark: опрос 312, SCHEDBench vs GREED, ГОСТ §5 смен, 4.2 ч CP-SAT, партнёры, живой пилот в декабре.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3 Product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не имеет права подтвердить сама себя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987552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271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JSON/CSV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20640" y="1307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30759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Pydantic. Не SCADA.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47120" cy="987552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368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слотов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2404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40487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 / FIFO — эвристики. CP-SAT — makespan скомпилированной модели.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1247120" cy="987552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3465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35021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50215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Жёсткое нарушение ⇒ план не verified_feasible, CLI exit 2.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47120" cy="987552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45628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0" y="45994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45994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графика, наряд, переключение — вне продукта.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4 Evidence FIFO vs GREED vs CPSAT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ЛАБОРАТОРИЯ  ·  ОДИН ИНСТАНС  ·  B1 B2 B3 B4 B5 B7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Синтетический макет 55 работ — не выгрузка Россети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237744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286000"/>
                <a:gridCol w="32004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violations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(календарный)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недопустим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heuristic_feasible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CPSAT-30, тот же JSON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makespan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0332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benchmark/results/jury_report.md и test_res_cpsat_proves_optimal_makespan. Воспроизведение: python scripts/evidence_bundle.py. Время стены — машина, не SLA. Аварийные сутки (23 работы) и фидер 200/600 — другие датасеты, не складывать. GREED не оптимален потому, что checker зелёный.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5029200"/>
            <a:ext cx="11247120" cy="12344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16636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Полнота GREED не доказана: неуспех эвристики ≠ невыполнимость. Адаптер берёт одно окно, не объединение альтернатив. CP-SAT 4.2 часа из v7 в репозитории нет.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5 Limits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Снято из v7, чтобы не сжечь отбор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623560" cy="14630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 Р 58048 §5 смены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— методика УГТ, не чередование смен и не штрафы КИИ.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5623560" cy="14630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2344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187-ФЗ «с 2024»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6459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 от 26.07.2017. On-prem ≠ аттестация КИИ.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623560" cy="14630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84.8% / n=312 / 2300 РЭС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Первички в git нет. Не повторять.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697480"/>
            <a:ext cx="5623560" cy="14630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8346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 100% vs GPT 55.9%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2461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SCHEDBench — 1132 текстовых задач. У нас 55 структурированных работ.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5623560" cy="14630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348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облако, 1С, поды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git — CLI. Остальное planned.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4297680"/>
            <a:ext cx="5623560" cy="14630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4348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 / акт в декабре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8463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Декабрь — Демо-день программы. Партнёрства нет.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6 Customer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ПРОМЫШЛЕННЫЙ СЦЕНАРИЙ  ·  ГИПОТЕЗА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 ТОиР и ресурсов — не ростер смен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 одного подразделения: работы, квалификации бригад, технологические цепочки, заморозка согласованных слотов, допустимый простой. Сценарий требует интервью с владельцем процесса. Специфику сетевого макета нельзя без проверки переносить на нефтегазовую площадку.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611880" cy="23317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Обезличенные работы, бригады, окна, ЗИП-позиции, freeze. approved=true — не ЭП диспетчера.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2331720"/>
            <a:ext cx="3611880" cy="23317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2468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34840" y="292608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 + протокол нарушений. Не наряд, не команда оборудованию.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3611880" cy="23317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468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 скоупа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292608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N-1, SAIDI, SCADA, 1С:ТОИР как замена, электрический режим.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 заказчику программы: не «подписать пилот», а дать владельца процесса и согласованный срез.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7 UGT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 Р 58048-2017  ·  САМООЦЕНКА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УГТ4 лабораторный макет есть; УГТ5 — нет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3840480"/>
        </p:xfrm>
        <a:graphic>
          <a:graphicData uri="http://schemas.openxmlformats.org/drawingml/2006/table">
            <a:tbl>
              <a:tblPr/>
              <a:tblGrid>
                <a:gridCol w="6583680"/>
                <a:gridCol w="46634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Индикатор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Сейчас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4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Базовая функция в упрощённой среде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Да: синтетика, CI, checker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Требования заказчика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Фактические промышленные данные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Испытание в окружении, близком к реальному (УГТ5)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→ shadow-пилот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16290 TRL 4 в коде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Самооценка космической шкалы, не сертификат ГОСТ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4→5 = подписанный контракт данных + тень без управления оборудованием.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8 Pilot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ЭТАП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Shadow-пилот: готовы запустить, когда есть владелец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7772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527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Контракт данных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23360" y="121615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полей, hard/soft, владелец правила.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1247120" cy="7772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214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Baseline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208483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график и ручной/простой метод на том же горизонте.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1247120" cy="7772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900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Адаптация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295351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CSV/JSON, freeze, трассировка правила → checker → тест.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58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Тень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382219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 не идёт в наряд. Разбор с диспетчером, ИТ, ИБ.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11247120" cy="7772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274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GO/NO-GO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469087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совместно. Нет данных → остаёмся на TRL 4.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9 Budget assumption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 ПРОГРАММЫ  ·  ПРЕДМЕТ СОГЛАСОВАНИЯ  ·  P8 M6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млн ₽ — если присудят, не «два инженера по 750»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680960" cy="4023360"/>
        </p:xfrm>
        <a:graphic>
          <a:graphicData uri="http://schemas.openxmlformats.org/drawingml/2006/table">
            <a:tbl>
              <a:tblPr/>
              <a:tblGrid>
                <a:gridCol w="5669280"/>
                <a:gridCol w="2011680"/>
              </a:tblGrid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Статья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тыс. 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42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Доменная формализация и данные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/ checker / тесты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Интеграция и on-prem упаковка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ИБ, журнал, документация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Проведение тени и оценка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/ юрработы / резерв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097280"/>
            <a:ext cx="3337560" cy="402336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6" name="Text 3"/>
          <p:cNvSpPr/>
          <p:nvPr/>
        </p:nvSpPr>
        <p:spPr>
          <a:xfrm>
            <a:off x="8549640" y="1280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49640" y="1645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49640" y="219456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Анонс СПбПУ: претендовать на 1 500 000 ₽. Не оферта заказчику. Не SaaS 90 тыс. из v7.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0 Team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автор репозиториев. Дыры названы.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9601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17520" y="1371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Коньков Д.В. — публичный git SynAPS и GridPlan, MIT.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9601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 git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Предметный эксперт ТОиР, интегратор 1С/EAM, ИБ-аттестат.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11247120" cy="9601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3566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Техноброкеры хаба — менторы отбора, не партнёры продукта.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1247120" cy="9601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4663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опубликованный контур MIT. Open-core как второй контур не существует.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1 Ask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акт в декабре. Интервью и тень.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623560" cy="21031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в программу. Работа с техноброкером и заказчиком ТЭК.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143000"/>
            <a:ext cx="5623560" cy="21031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3716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отбора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192024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процесса, обезличенный срез, критерии GO/NO-GO.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5623560" cy="21031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576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Демо-день (14–20.12, СПб)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 протокол тени или честный NO-GO. Не живой контур.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3429000"/>
            <a:ext cx="5623560" cy="210312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6576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просим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20624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Называть хаб или Россети партнёрами. Принять лабораторные 107 как эффект сети.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2 Repro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РУКАМИ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commit, одна команда, без картинки из дека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2148840"/>
          </a:xfrm>
          <a:prstGeom prst="rect">
            <a:avLst/>
          </a:prstGeom>
          <a:solidFill>
            <a:srgbClr val="151D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10789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-e ".[dev]" --force-reinstall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synaps_gridplan version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scripts/evidence_bundle.py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напечатать 0.1.8 и пин SynAPS 6178c93b705f… [V1] [V2]. Jury + CP-SAT на том же res_severny. Реестр: docs/CLAIMS_REGISTRY.md. Почему не v7: docs/PITCH_V7_FACTCHECK.md. Программа: https://www.etechhubspb.ru/accelerator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до 25 сентября. Не в последнюю минуту. Не этим v7.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SynAPS-GridPlan v0.1.8-24-g5f542fd-dirty  ·  лабораторный прототип  ·  не пилот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SynAPS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SynAPS-GridPlan 0.1.8 — evidence pitch</dc:title>
  <dc:subject>Энерготехнохаб Петербург, направление 02</dc:subject>
  <dc:creator>Коньков Д.В.</dc:creator>
  <cp:lastModifiedBy>Коньков Д.В.</cp:lastModifiedBy>
  <cp:revision>1</cp:revision>
  <dcterms:created xsi:type="dcterms:W3CDTF">2026-09-18T17:49:35Z</dcterms:created>
  <dcterms:modified xsi:type="dcterms:W3CDTF">2026-09-18T17:49:35Z</dcterms:modified>
</cp:coreProperties>
</file>